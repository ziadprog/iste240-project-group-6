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embeddedFontLst>
    <p:embeddedFont>
      <p:font typeface="Nunito"/>
      <p:regular r:id="rId11"/>
      <p:bold r:id="rId12"/>
      <p:italic r:id="rId13"/>
      <p:boldItalic r:id="rId14"/>
    </p:embeddedFont>
    <p:embeddedFont>
      <p:font typeface="Maven Pro"/>
      <p:regular r:id="rId15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Nunito-regular.fntdata"/><Relationship Id="rId10" Type="http://schemas.openxmlformats.org/officeDocument/2006/relationships/slide" Target="slides/slide5.xml"/><Relationship Id="rId13" Type="http://schemas.openxmlformats.org/officeDocument/2006/relationships/font" Target="fonts/Nunito-italic.fntdata"/><Relationship Id="rId12" Type="http://schemas.openxmlformats.org/officeDocument/2006/relationships/font" Target="fonts/Nunito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MavenPro-regular.fntdata"/><Relationship Id="rId14" Type="http://schemas.openxmlformats.org/officeDocument/2006/relationships/font" Target="fonts/Nunito-boldItalic.fntdata"/><Relationship Id="rId16" Type="http://schemas.openxmlformats.org/officeDocument/2006/relationships/font" Target="fonts/MavenPro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c8dccbd003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c8dccbd003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868c456c3d_4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868c456c3d_4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868c456c3d_4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868c456c3d_4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c44a97c0a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c44a97c0a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3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7343003" y="3409675"/>
            <a:ext cx="1691422" cy="1732548"/>
            <a:chOff x="7343003" y="3409675"/>
            <a:chExt cx="1691422" cy="1732548"/>
          </a:xfrm>
        </p:grpSpPr>
        <p:grpSp>
          <p:nvGrpSpPr>
            <p:cNvPr id="11" name="Google Shape;11;p2"/>
            <p:cNvGrpSpPr/>
            <p:nvPr/>
          </p:nvGrpSpPr>
          <p:grpSpPr>
            <a:xfrm>
              <a:off x="7343003" y="4453711"/>
              <a:ext cx="316800" cy="688513"/>
              <a:chOff x="7343003" y="4453711"/>
              <a:chExt cx="316800" cy="688513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7343003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7343003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7801210" y="4105700"/>
              <a:ext cx="316800" cy="1036523"/>
              <a:chOff x="7801210" y="4105700"/>
              <a:chExt cx="316800" cy="1036523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7801210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801210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7801210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" name="Google Shape;18;p2"/>
            <p:cNvGrpSpPr/>
            <p:nvPr/>
          </p:nvGrpSpPr>
          <p:grpSpPr>
            <a:xfrm>
              <a:off x="8259418" y="3757688"/>
              <a:ext cx="316800" cy="1384535"/>
              <a:chOff x="8259418" y="3757688"/>
              <a:chExt cx="316800" cy="1384535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8259418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8259418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259418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259418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8717625" y="3409675"/>
              <a:ext cx="316800" cy="1732548"/>
              <a:chOff x="8717625" y="3409675"/>
              <a:chExt cx="316800" cy="1732548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8717625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8717625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8717625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8717625" y="3409675"/>
                <a:ext cx="316800" cy="1732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717625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9" name="Google Shape;29;p2"/>
          <p:cNvGrpSpPr/>
          <p:nvPr/>
        </p:nvGrpSpPr>
        <p:grpSpPr>
          <a:xfrm>
            <a:off x="5043503" y="0"/>
            <a:ext cx="3814072" cy="3839102"/>
            <a:chOff x="5043503" y="0"/>
            <a:chExt cx="3814072" cy="3839102"/>
          </a:xfrm>
        </p:grpSpPr>
        <p:sp>
          <p:nvSpPr>
            <p:cNvPr id="30" name="Google Shape;30;p2"/>
            <p:cNvSpPr/>
            <p:nvPr/>
          </p:nvSpPr>
          <p:spPr>
            <a:xfrm>
              <a:off x="8460975" y="1817775"/>
              <a:ext cx="396600" cy="3966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 rot="-9830444">
              <a:off x="6469759" y="3480728"/>
              <a:ext cx="320148" cy="320148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2" name="Google Shape;32;p2"/>
            <p:cNvGrpSpPr/>
            <p:nvPr/>
          </p:nvGrpSpPr>
          <p:grpSpPr>
            <a:xfrm>
              <a:off x="7647812" y="2704283"/>
              <a:ext cx="635219" cy="635219"/>
              <a:chOff x="6725724" y="2701260"/>
              <a:chExt cx="1208101" cy="1208100"/>
            </a:xfrm>
          </p:grpSpPr>
          <p:sp>
            <p:nvSpPr>
              <p:cNvPr id="33" name="Google Shape;33;p2"/>
              <p:cNvSpPr/>
              <p:nvPr/>
            </p:nvSpPr>
            <p:spPr>
              <a:xfrm rot="5400000">
                <a:off x="6725725" y="2701260"/>
                <a:ext cx="1208100" cy="12081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6725724" y="2701260"/>
                <a:ext cx="1208100" cy="1208100"/>
              </a:xfrm>
              <a:prstGeom prst="pie">
                <a:avLst>
                  <a:gd fmla="val 8244818" name="adj1"/>
                  <a:gd fmla="val 16246175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6954988" y="2930398"/>
                <a:ext cx="749700" cy="7497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6" name="Google Shape;36;p2"/>
            <p:cNvSpPr/>
            <p:nvPr/>
          </p:nvSpPr>
          <p:spPr>
            <a:xfrm>
              <a:off x="8460975" y="1817775"/>
              <a:ext cx="396600" cy="396600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952720" y="179238"/>
              <a:ext cx="873165" cy="873003"/>
              <a:chOff x="7754428" y="208725"/>
              <a:chExt cx="541800" cy="541800"/>
            </a:xfrm>
          </p:grpSpPr>
          <p:sp>
            <p:nvSpPr>
              <p:cNvPr id="38" name="Google Shape;38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0" name="Google Shape;40;p2"/>
            <p:cNvSpPr/>
            <p:nvPr/>
          </p:nvSpPr>
          <p:spPr>
            <a:xfrm>
              <a:off x="5399840" y="356365"/>
              <a:ext cx="2577000" cy="25770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2043858">
              <a:off x="5503813" y="460310"/>
              <a:ext cx="2369480" cy="236948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99795" y="360281"/>
              <a:ext cx="2577000" cy="2577000"/>
            </a:xfrm>
            <a:prstGeom prst="pie">
              <a:avLst>
                <a:gd fmla="val 8801158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 rot="2044777">
              <a:off x="5911449" y="867729"/>
              <a:ext cx="1554223" cy="155422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99795" y="356358"/>
              <a:ext cx="2577000" cy="2577000"/>
            </a:xfrm>
            <a:prstGeom prst="pie">
              <a:avLst>
                <a:gd fmla="val 1255410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 rot="-9830444">
              <a:off x="6469759" y="3480727"/>
              <a:ext cx="320148" cy="320148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" name="Google Shape;46;p2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2"/>
          <p:cNvSpPr txBox="1"/>
          <p:nvPr>
            <p:ph idx="1" type="subTitle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3"/>
          <p:cNvGrpSpPr/>
          <p:nvPr/>
        </p:nvGrpSpPr>
        <p:grpSpPr>
          <a:xfrm>
            <a:off x="146769" y="3406"/>
            <a:ext cx="1233215" cy="1384535"/>
            <a:chOff x="146769" y="3406"/>
            <a:chExt cx="1233215" cy="1384535"/>
          </a:xfrm>
        </p:grpSpPr>
        <p:grpSp>
          <p:nvGrpSpPr>
            <p:cNvPr id="51" name="Google Shape;51;p3"/>
            <p:cNvGrpSpPr/>
            <p:nvPr/>
          </p:nvGrpSpPr>
          <p:grpSpPr>
            <a:xfrm>
              <a:off x="1063183" y="3406"/>
              <a:ext cx="316800" cy="688513"/>
              <a:chOff x="1063183" y="3406"/>
              <a:chExt cx="316800" cy="688513"/>
            </a:xfrm>
          </p:grpSpPr>
          <p:sp>
            <p:nvSpPr>
              <p:cNvPr id="52" name="Google Shape;52;p3"/>
              <p:cNvSpPr/>
              <p:nvPr/>
            </p:nvSpPr>
            <p:spPr>
              <a:xfrm rot="10800000">
                <a:off x="1063183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 rot="10800000">
                <a:off x="1063183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4" name="Google Shape;54;p3"/>
            <p:cNvGrpSpPr/>
            <p:nvPr/>
          </p:nvGrpSpPr>
          <p:grpSpPr>
            <a:xfrm>
              <a:off x="604976" y="3406"/>
              <a:ext cx="316800" cy="1036524"/>
              <a:chOff x="604976" y="3406"/>
              <a:chExt cx="316800" cy="1036524"/>
            </a:xfrm>
          </p:grpSpPr>
          <p:sp>
            <p:nvSpPr>
              <p:cNvPr id="55" name="Google Shape;55;p3"/>
              <p:cNvSpPr/>
              <p:nvPr/>
            </p:nvSpPr>
            <p:spPr>
              <a:xfrm rot="10800000">
                <a:off x="604976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 rot="10800000">
                <a:off x="604976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 rot="10800000">
                <a:off x="604976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8" name="Google Shape;58;p3"/>
            <p:cNvGrpSpPr/>
            <p:nvPr/>
          </p:nvGrpSpPr>
          <p:grpSpPr>
            <a:xfrm>
              <a:off x="146769" y="3406"/>
              <a:ext cx="316800" cy="1384535"/>
              <a:chOff x="146769" y="3406"/>
              <a:chExt cx="316800" cy="1384535"/>
            </a:xfrm>
          </p:grpSpPr>
          <p:sp>
            <p:nvSpPr>
              <p:cNvPr id="59" name="Google Shape;59;p3"/>
              <p:cNvSpPr/>
              <p:nvPr/>
            </p:nvSpPr>
            <p:spPr>
              <a:xfrm rot="10800000">
                <a:off x="146769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 rot="10800000">
                <a:off x="146769" y="3441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 rot="10800000">
                <a:off x="146769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 rot="10800000">
                <a:off x="146769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3" name="Google Shape;63;p3"/>
          <p:cNvGrpSpPr/>
          <p:nvPr/>
        </p:nvGrpSpPr>
        <p:grpSpPr>
          <a:xfrm>
            <a:off x="6775084" y="2904008"/>
            <a:ext cx="2186148" cy="2239500"/>
            <a:chOff x="6775084" y="2904008"/>
            <a:chExt cx="2186148" cy="2239500"/>
          </a:xfrm>
        </p:grpSpPr>
        <p:grpSp>
          <p:nvGrpSpPr>
            <p:cNvPr id="64" name="Google Shape;64;p3"/>
            <p:cNvGrpSpPr/>
            <p:nvPr/>
          </p:nvGrpSpPr>
          <p:grpSpPr>
            <a:xfrm>
              <a:off x="6775084" y="4253708"/>
              <a:ext cx="409500" cy="889800"/>
              <a:chOff x="6775084" y="4253708"/>
              <a:chExt cx="409500" cy="8898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6775084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775084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367299" y="3804008"/>
              <a:ext cx="409500" cy="1339500"/>
              <a:chOff x="7367299" y="3804008"/>
              <a:chExt cx="409500" cy="133950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7367299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7367299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7367299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1" name="Google Shape;71;p3"/>
            <p:cNvGrpSpPr/>
            <p:nvPr/>
          </p:nvGrpSpPr>
          <p:grpSpPr>
            <a:xfrm>
              <a:off x="7959516" y="3354008"/>
              <a:ext cx="409500" cy="1789500"/>
              <a:chOff x="7959516" y="3354008"/>
              <a:chExt cx="409500" cy="1789500"/>
            </a:xfrm>
          </p:grpSpPr>
          <p:sp>
            <p:nvSpPr>
              <p:cNvPr id="72" name="Google Shape;72;p3"/>
              <p:cNvSpPr/>
              <p:nvPr/>
            </p:nvSpPr>
            <p:spPr>
              <a:xfrm>
                <a:off x="7959516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7959516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7959516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7959516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6" name="Google Shape;76;p3"/>
            <p:cNvGrpSpPr/>
            <p:nvPr/>
          </p:nvGrpSpPr>
          <p:grpSpPr>
            <a:xfrm>
              <a:off x="8551731" y="2904008"/>
              <a:ext cx="409500" cy="2239500"/>
              <a:chOff x="8551731" y="2904008"/>
              <a:chExt cx="409500" cy="2239500"/>
            </a:xfrm>
          </p:grpSpPr>
          <p:sp>
            <p:nvSpPr>
              <p:cNvPr id="77" name="Google Shape;77;p3"/>
              <p:cNvSpPr/>
              <p:nvPr/>
            </p:nvSpPr>
            <p:spPr>
              <a:xfrm>
                <a:off x="8551731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8551731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8551731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8551731" y="2904008"/>
                <a:ext cx="409500" cy="22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8551731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82" name="Google Shape;82;p3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3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4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86" name="Google Shape;86;p4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4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8" name="Google Shape;88;p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9" name="Google Shape;89;p4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0" name="Google Shape;90;p4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5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93" name="Google Shape;93;p5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6" name="Google Shape;96;p5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7" name="Google Shape;97;p5"/>
          <p:cNvSpPr txBox="1"/>
          <p:nvPr>
            <p:ph idx="2" type="body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5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1" name="Google Shape;101;p6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4" name="Google Shape;104;p6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7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7" name="Google Shape;107;p7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7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" name="Google Shape;109;p7"/>
          <p:cNvSpPr txBox="1"/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0" name="Google Shape;110;p7"/>
          <p:cNvSpPr txBox="1"/>
          <p:nvPr>
            <p:ph idx="1" type="body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1" name="Google Shape;111;p7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8"/>
          <p:cNvGrpSpPr/>
          <p:nvPr/>
        </p:nvGrpSpPr>
        <p:grpSpPr>
          <a:xfrm>
            <a:off x="6866714" y="1306"/>
            <a:ext cx="2267451" cy="2601690"/>
            <a:chOff x="6790514" y="1306"/>
            <a:chExt cx="2267451" cy="2601690"/>
          </a:xfrm>
        </p:grpSpPr>
        <p:grpSp>
          <p:nvGrpSpPr>
            <p:cNvPr id="114" name="Google Shape;114;p8"/>
            <p:cNvGrpSpPr/>
            <p:nvPr/>
          </p:nvGrpSpPr>
          <p:grpSpPr>
            <a:xfrm>
              <a:off x="7067465" y="1306"/>
              <a:ext cx="1990500" cy="1990200"/>
              <a:chOff x="7067465" y="1306"/>
              <a:chExt cx="1990500" cy="1990200"/>
            </a:xfrm>
          </p:grpSpPr>
          <p:sp>
            <p:nvSpPr>
              <p:cNvPr id="115" name="Google Shape;115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 rot="-8649154">
                <a:off x="7349891" y="283705"/>
                <a:ext cx="1425647" cy="14254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8" name="Google Shape;118;p8"/>
            <p:cNvGrpSpPr/>
            <p:nvPr/>
          </p:nvGrpSpPr>
          <p:grpSpPr>
            <a:xfrm>
              <a:off x="8207126" y="1807996"/>
              <a:ext cx="795000" cy="795000"/>
              <a:chOff x="8207126" y="1807996"/>
              <a:chExt cx="795000" cy="795000"/>
            </a:xfrm>
          </p:grpSpPr>
          <p:sp>
            <p:nvSpPr>
              <p:cNvPr id="119" name="Google Shape;119;p8"/>
              <p:cNvSpPr/>
              <p:nvPr/>
            </p:nvSpPr>
            <p:spPr>
              <a:xfrm rot="2152054">
                <a:off x="8319942" y="1920813"/>
                <a:ext cx="569367" cy="569367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2" name="Google Shape;122;p8"/>
            <p:cNvGrpSpPr/>
            <p:nvPr/>
          </p:nvGrpSpPr>
          <p:grpSpPr>
            <a:xfrm>
              <a:off x="6790514" y="118857"/>
              <a:ext cx="548700" cy="548700"/>
              <a:chOff x="6790514" y="118857"/>
              <a:chExt cx="548700" cy="548700"/>
            </a:xfrm>
          </p:grpSpPr>
          <p:sp>
            <p:nvSpPr>
              <p:cNvPr id="123" name="Google Shape;123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5" name="Google Shape;125;p8"/>
          <p:cNvSpPr txBox="1"/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6" name="Google Shape;126;p8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9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29" name="Google Shape;129;p9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9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" name="Google Shape;131;p9"/>
          <p:cNvSpPr txBox="1"/>
          <p:nvPr>
            <p:ph type="title"/>
          </p:nvPr>
        </p:nvSpPr>
        <p:spPr>
          <a:xfrm>
            <a:off x="1303800" y="598575"/>
            <a:ext cx="3430500" cy="19902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2" name="Google Shape;132;p9"/>
          <p:cNvSpPr txBox="1"/>
          <p:nvPr>
            <p:ph idx="1" type="subTitle"/>
          </p:nvPr>
        </p:nvSpPr>
        <p:spPr>
          <a:xfrm>
            <a:off x="1303800" y="2743203"/>
            <a:ext cx="3430500" cy="7260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3" name="Google Shape;133;p9"/>
          <p:cNvSpPr txBox="1"/>
          <p:nvPr>
            <p:ph idx="2" type="body"/>
          </p:nvPr>
        </p:nvSpPr>
        <p:spPr>
          <a:xfrm>
            <a:off x="4903700" y="661000"/>
            <a:ext cx="3430500" cy="38706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4" name="Google Shape;134;p9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0"/>
          <p:cNvGrpSpPr/>
          <p:nvPr/>
        </p:nvGrpSpPr>
        <p:grpSpPr>
          <a:xfrm>
            <a:off x="713373" y="3847119"/>
            <a:ext cx="825392" cy="825392"/>
            <a:chOff x="348199" y="179450"/>
            <a:chExt cx="1116300" cy="11163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0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9" name="Google Shape;139;p10"/>
          <p:cNvSpPr txBox="1"/>
          <p:nvPr>
            <p:ph idx="1" type="body"/>
          </p:nvPr>
        </p:nvSpPr>
        <p:spPr>
          <a:xfrm>
            <a:off x="1303800" y="4138975"/>
            <a:ext cx="5843100" cy="5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40" name="Google Shape;140;p10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1"/>
          <p:cNvGrpSpPr/>
          <p:nvPr/>
        </p:nvGrpSpPr>
        <p:grpSpPr>
          <a:xfrm>
            <a:off x="52" y="4099200"/>
            <a:ext cx="9144036" cy="1044300"/>
            <a:chOff x="52" y="4099200"/>
            <a:chExt cx="9144036" cy="1044300"/>
          </a:xfrm>
        </p:grpSpPr>
        <p:grpSp>
          <p:nvGrpSpPr>
            <p:cNvPr id="143" name="Google Shape;143;p11"/>
            <p:cNvGrpSpPr/>
            <p:nvPr/>
          </p:nvGrpSpPr>
          <p:grpSpPr>
            <a:xfrm>
              <a:off x="52" y="4309200"/>
              <a:ext cx="231622" cy="834300"/>
              <a:chOff x="2688737" y="4301380"/>
              <a:chExt cx="231900" cy="834300"/>
            </a:xfrm>
          </p:grpSpPr>
          <p:sp>
            <p:nvSpPr>
              <p:cNvPr id="144" name="Google Shape;144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8" name="Google Shape;148;p11"/>
            <p:cNvGrpSpPr/>
            <p:nvPr/>
          </p:nvGrpSpPr>
          <p:grpSpPr>
            <a:xfrm>
              <a:off x="371406" y="4099200"/>
              <a:ext cx="231622" cy="1044300"/>
              <a:chOff x="2688737" y="4091380"/>
              <a:chExt cx="231900" cy="1044300"/>
            </a:xfrm>
          </p:grpSpPr>
          <p:sp>
            <p:nvSpPr>
              <p:cNvPr id="149" name="Google Shape;149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1"/>
              <p:cNvSpPr/>
              <p:nvPr/>
            </p:nvSpPr>
            <p:spPr>
              <a:xfrm flipH="1">
                <a:off x="2688737" y="4091380"/>
                <a:ext cx="2319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4" name="Google Shape;154;p11"/>
            <p:cNvGrpSpPr/>
            <p:nvPr/>
          </p:nvGrpSpPr>
          <p:grpSpPr>
            <a:xfrm>
              <a:off x="742761" y="4309200"/>
              <a:ext cx="231622" cy="834300"/>
              <a:chOff x="2688737" y="4301380"/>
              <a:chExt cx="231900" cy="834300"/>
            </a:xfrm>
          </p:grpSpPr>
          <p:sp>
            <p:nvSpPr>
              <p:cNvPr id="155" name="Google Shape;155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9" name="Google Shape;159;p11"/>
            <p:cNvGrpSpPr/>
            <p:nvPr/>
          </p:nvGrpSpPr>
          <p:grpSpPr>
            <a:xfrm>
              <a:off x="1114115" y="4518900"/>
              <a:ext cx="231622" cy="624600"/>
              <a:chOff x="2688737" y="4511080"/>
              <a:chExt cx="231900" cy="624600"/>
            </a:xfrm>
          </p:grpSpPr>
          <p:sp>
            <p:nvSpPr>
              <p:cNvPr id="160" name="Google Shape;160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" name="Google Shape;16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" name="Google Shape;162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3" name="Google Shape;163;p11"/>
            <p:cNvGrpSpPr/>
            <p:nvPr/>
          </p:nvGrpSpPr>
          <p:grpSpPr>
            <a:xfrm>
              <a:off x="1856753" y="4099200"/>
              <a:ext cx="231600" cy="1044300"/>
              <a:chOff x="1856753" y="4099200"/>
              <a:chExt cx="231600" cy="1044300"/>
            </a:xfrm>
          </p:grpSpPr>
          <p:sp>
            <p:nvSpPr>
              <p:cNvPr id="164" name="Google Shape;164;p11"/>
              <p:cNvSpPr/>
              <p:nvPr/>
            </p:nvSpPr>
            <p:spPr>
              <a:xfrm flipH="1">
                <a:off x="185675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 flipH="1">
                <a:off x="185675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 flipH="1">
                <a:off x="185675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11"/>
              <p:cNvSpPr/>
              <p:nvPr/>
            </p:nvSpPr>
            <p:spPr>
              <a:xfrm flipH="1">
                <a:off x="1856753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11"/>
              <p:cNvSpPr/>
              <p:nvPr/>
            </p:nvSpPr>
            <p:spPr>
              <a:xfrm flipH="1">
                <a:off x="185675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9" name="Google Shape;169;p11"/>
            <p:cNvGrpSpPr/>
            <p:nvPr/>
          </p:nvGrpSpPr>
          <p:grpSpPr>
            <a:xfrm>
              <a:off x="2228107" y="4309200"/>
              <a:ext cx="231600" cy="834300"/>
              <a:chOff x="2228107" y="4309200"/>
              <a:chExt cx="231600" cy="834300"/>
            </a:xfrm>
          </p:grpSpPr>
          <p:sp>
            <p:nvSpPr>
              <p:cNvPr id="170" name="Google Shape;170;p11"/>
              <p:cNvSpPr/>
              <p:nvPr/>
            </p:nvSpPr>
            <p:spPr>
              <a:xfrm flipH="1">
                <a:off x="222810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 flipH="1">
                <a:off x="2228107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 flipH="1">
                <a:off x="222810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 flipH="1">
                <a:off x="222810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4" name="Google Shape;174;p11"/>
            <p:cNvGrpSpPr/>
            <p:nvPr/>
          </p:nvGrpSpPr>
          <p:grpSpPr>
            <a:xfrm>
              <a:off x="2599462" y="4518900"/>
              <a:ext cx="231600" cy="624600"/>
              <a:chOff x="2599462" y="4518900"/>
              <a:chExt cx="231600" cy="624600"/>
            </a:xfrm>
          </p:grpSpPr>
          <p:sp>
            <p:nvSpPr>
              <p:cNvPr id="175" name="Google Shape;175;p11"/>
              <p:cNvSpPr/>
              <p:nvPr/>
            </p:nvSpPr>
            <p:spPr>
              <a:xfrm flipH="1">
                <a:off x="259946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" name="Google Shape;176;p11"/>
              <p:cNvSpPr/>
              <p:nvPr/>
            </p:nvSpPr>
            <p:spPr>
              <a:xfrm flipH="1">
                <a:off x="259946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1"/>
              <p:cNvSpPr/>
              <p:nvPr/>
            </p:nvSpPr>
            <p:spPr>
              <a:xfrm flipH="1">
                <a:off x="259946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8" name="Google Shape;178;p11"/>
            <p:cNvGrpSpPr/>
            <p:nvPr/>
          </p:nvGrpSpPr>
          <p:grpSpPr>
            <a:xfrm>
              <a:off x="3342171" y="4099200"/>
              <a:ext cx="231600" cy="1044300"/>
              <a:chOff x="3342171" y="4099200"/>
              <a:chExt cx="231600" cy="1044300"/>
            </a:xfrm>
          </p:grpSpPr>
          <p:sp>
            <p:nvSpPr>
              <p:cNvPr id="179" name="Google Shape;179;p11"/>
              <p:cNvSpPr/>
              <p:nvPr/>
            </p:nvSpPr>
            <p:spPr>
              <a:xfrm flipH="1">
                <a:off x="334217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11"/>
              <p:cNvSpPr/>
              <p:nvPr/>
            </p:nvSpPr>
            <p:spPr>
              <a:xfrm flipH="1">
                <a:off x="334217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1"/>
              <p:cNvSpPr/>
              <p:nvPr/>
            </p:nvSpPr>
            <p:spPr>
              <a:xfrm flipH="1">
                <a:off x="334217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1"/>
              <p:cNvSpPr/>
              <p:nvPr/>
            </p:nvSpPr>
            <p:spPr>
              <a:xfrm flipH="1">
                <a:off x="3342171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11"/>
              <p:cNvSpPr/>
              <p:nvPr/>
            </p:nvSpPr>
            <p:spPr>
              <a:xfrm flipH="1">
                <a:off x="334217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4" name="Google Shape;184;p11"/>
            <p:cNvGrpSpPr/>
            <p:nvPr/>
          </p:nvGrpSpPr>
          <p:grpSpPr>
            <a:xfrm>
              <a:off x="3713525" y="4309200"/>
              <a:ext cx="231600" cy="834300"/>
              <a:chOff x="3713525" y="4309200"/>
              <a:chExt cx="231600" cy="834300"/>
            </a:xfrm>
          </p:grpSpPr>
          <p:sp>
            <p:nvSpPr>
              <p:cNvPr id="185" name="Google Shape;185;p11"/>
              <p:cNvSpPr/>
              <p:nvPr/>
            </p:nvSpPr>
            <p:spPr>
              <a:xfrm flipH="1">
                <a:off x="371352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1"/>
              <p:cNvSpPr/>
              <p:nvPr/>
            </p:nvSpPr>
            <p:spPr>
              <a:xfrm flipH="1">
                <a:off x="3713525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flipH="1">
                <a:off x="371352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flipH="1">
                <a:off x="371352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9" name="Google Shape;189;p11"/>
            <p:cNvGrpSpPr/>
            <p:nvPr/>
          </p:nvGrpSpPr>
          <p:grpSpPr>
            <a:xfrm>
              <a:off x="1485398" y="4309200"/>
              <a:ext cx="231600" cy="834300"/>
              <a:chOff x="1485398" y="4309200"/>
              <a:chExt cx="231600" cy="834300"/>
            </a:xfrm>
          </p:grpSpPr>
          <p:sp>
            <p:nvSpPr>
              <p:cNvPr id="190" name="Google Shape;190;p11"/>
              <p:cNvSpPr/>
              <p:nvPr/>
            </p:nvSpPr>
            <p:spPr>
              <a:xfrm flipH="1">
                <a:off x="148539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" name="Google Shape;191;p11"/>
              <p:cNvSpPr/>
              <p:nvPr/>
            </p:nvSpPr>
            <p:spPr>
              <a:xfrm flipH="1">
                <a:off x="148539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" name="Google Shape;192;p11"/>
              <p:cNvSpPr/>
              <p:nvPr/>
            </p:nvSpPr>
            <p:spPr>
              <a:xfrm flipH="1">
                <a:off x="148539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1"/>
              <p:cNvSpPr/>
              <p:nvPr/>
            </p:nvSpPr>
            <p:spPr>
              <a:xfrm flipH="1">
                <a:off x="148539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4" name="Google Shape;194;p11"/>
            <p:cNvGrpSpPr/>
            <p:nvPr/>
          </p:nvGrpSpPr>
          <p:grpSpPr>
            <a:xfrm>
              <a:off x="4084879" y="4518900"/>
              <a:ext cx="231600" cy="624600"/>
              <a:chOff x="4084879" y="4518900"/>
              <a:chExt cx="231600" cy="624600"/>
            </a:xfrm>
          </p:grpSpPr>
          <p:sp>
            <p:nvSpPr>
              <p:cNvPr id="195" name="Google Shape;195;p11"/>
              <p:cNvSpPr/>
              <p:nvPr/>
            </p:nvSpPr>
            <p:spPr>
              <a:xfrm flipH="1">
                <a:off x="40848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11"/>
              <p:cNvSpPr/>
              <p:nvPr/>
            </p:nvSpPr>
            <p:spPr>
              <a:xfrm flipH="1">
                <a:off x="40848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" name="Google Shape;197;p11"/>
              <p:cNvSpPr/>
              <p:nvPr/>
            </p:nvSpPr>
            <p:spPr>
              <a:xfrm flipH="1">
                <a:off x="40848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8" name="Google Shape;198;p11"/>
            <p:cNvGrpSpPr/>
            <p:nvPr/>
          </p:nvGrpSpPr>
          <p:grpSpPr>
            <a:xfrm>
              <a:off x="2970816" y="4309200"/>
              <a:ext cx="231600" cy="834300"/>
              <a:chOff x="2970816" y="4309200"/>
              <a:chExt cx="231600" cy="834300"/>
            </a:xfrm>
          </p:grpSpPr>
          <p:sp>
            <p:nvSpPr>
              <p:cNvPr id="199" name="Google Shape;199;p11"/>
              <p:cNvSpPr/>
              <p:nvPr/>
            </p:nvSpPr>
            <p:spPr>
              <a:xfrm flipH="1">
                <a:off x="297081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11"/>
              <p:cNvSpPr/>
              <p:nvPr/>
            </p:nvSpPr>
            <p:spPr>
              <a:xfrm flipH="1">
                <a:off x="297081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p11"/>
              <p:cNvSpPr/>
              <p:nvPr/>
            </p:nvSpPr>
            <p:spPr>
              <a:xfrm flipH="1">
                <a:off x="297081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" name="Google Shape;202;p11"/>
              <p:cNvSpPr/>
              <p:nvPr/>
            </p:nvSpPr>
            <p:spPr>
              <a:xfrm flipH="1">
                <a:off x="297081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3" name="Google Shape;203;p11"/>
            <p:cNvGrpSpPr/>
            <p:nvPr/>
          </p:nvGrpSpPr>
          <p:grpSpPr>
            <a:xfrm>
              <a:off x="4456234" y="4309200"/>
              <a:ext cx="231600" cy="834300"/>
              <a:chOff x="4456234" y="4309200"/>
              <a:chExt cx="231600" cy="834300"/>
            </a:xfrm>
          </p:grpSpPr>
          <p:sp>
            <p:nvSpPr>
              <p:cNvPr id="204" name="Google Shape;204;p11"/>
              <p:cNvSpPr/>
              <p:nvPr/>
            </p:nvSpPr>
            <p:spPr>
              <a:xfrm flipH="1">
                <a:off x="445623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1"/>
              <p:cNvSpPr/>
              <p:nvPr/>
            </p:nvSpPr>
            <p:spPr>
              <a:xfrm flipH="1">
                <a:off x="445623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1"/>
              <p:cNvSpPr/>
              <p:nvPr/>
            </p:nvSpPr>
            <p:spPr>
              <a:xfrm flipH="1">
                <a:off x="445623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11"/>
              <p:cNvSpPr/>
              <p:nvPr/>
            </p:nvSpPr>
            <p:spPr>
              <a:xfrm flipH="1">
                <a:off x="445623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8" name="Google Shape;208;p11"/>
            <p:cNvGrpSpPr/>
            <p:nvPr/>
          </p:nvGrpSpPr>
          <p:grpSpPr>
            <a:xfrm>
              <a:off x="4827588" y="4099200"/>
              <a:ext cx="231600" cy="1044300"/>
              <a:chOff x="4827588" y="4099200"/>
              <a:chExt cx="231600" cy="1044300"/>
            </a:xfrm>
          </p:grpSpPr>
          <p:sp>
            <p:nvSpPr>
              <p:cNvPr id="209" name="Google Shape;209;p11"/>
              <p:cNvSpPr/>
              <p:nvPr/>
            </p:nvSpPr>
            <p:spPr>
              <a:xfrm flipH="1">
                <a:off x="48275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1"/>
              <p:cNvSpPr/>
              <p:nvPr/>
            </p:nvSpPr>
            <p:spPr>
              <a:xfrm flipH="1">
                <a:off x="48275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 flipH="1">
                <a:off x="48275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11"/>
              <p:cNvSpPr/>
              <p:nvPr/>
            </p:nvSpPr>
            <p:spPr>
              <a:xfrm flipH="1">
                <a:off x="4827588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1"/>
              <p:cNvSpPr/>
              <p:nvPr/>
            </p:nvSpPr>
            <p:spPr>
              <a:xfrm flipH="1">
                <a:off x="48275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4" name="Google Shape;214;p11"/>
            <p:cNvGrpSpPr/>
            <p:nvPr/>
          </p:nvGrpSpPr>
          <p:grpSpPr>
            <a:xfrm>
              <a:off x="5198943" y="4309200"/>
              <a:ext cx="231600" cy="834300"/>
              <a:chOff x="5198943" y="4309200"/>
              <a:chExt cx="231600" cy="834300"/>
            </a:xfrm>
          </p:grpSpPr>
          <p:sp>
            <p:nvSpPr>
              <p:cNvPr id="215" name="Google Shape;215;p11"/>
              <p:cNvSpPr/>
              <p:nvPr/>
            </p:nvSpPr>
            <p:spPr>
              <a:xfrm flipH="1">
                <a:off x="519894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 flipH="1">
                <a:off x="519894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 flipH="1">
                <a:off x="519894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 flipH="1">
                <a:off x="519894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570297" y="4518900"/>
              <a:ext cx="231600" cy="624600"/>
              <a:chOff x="5570297" y="4518900"/>
              <a:chExt cx="231600" cy="624600"/>
            </a:xfrm>
          </p:grpSpPr>
          <p:sp>
            <p:nvSpPr>
              <p:cNvPr id="220" name="Google Shape;220;p11"/>
              <p:cNvSpPr/>
              <p:nvPr/>
            </p:nvSpPr>
            <p:spPr>
              <a:xfrm flipH="1">
                <a:off x="557029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 flipH="1">
                <a:off x="557029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 flipH="1">
                <a:off x="557029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3" name="Google Shape;223;p11"/>
            <p:cNvGrpSpPr/>
            <p:nvPr/>
          </p:nvGrpSpPr>
          <p:grpSpPr>
            <a:xfrm>
              <a:off x="5941652" y="4309200"/>
              <a:ext cx="231600" cy="834300"/>
              <a:chOff x="5941652" y="4309200"/>
              <a:chExt cx="231600" cy="834300"/>
            </a:xfrm>
          </p:grpSpPr>
          <p:sp>
            <p:nvSpPr>
              <p:cNvPr id="224" name="Google Shape;224;p11"/>
              <p:cNvSpPr/>
              <p:nvPr/>
            </p:nvSpPr>
            <p:spPr>
              <a:xfrm flipH="1">
                <a:off x="594165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" name="Google Shape;225;p11"/>
              <p:cNvSpPr/>
              <p:nvPr/>
            </p:nvSpPr>
            <p:spPr>
              <a:xfrm flipH="1">
                <a:off x="5941652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1"/>
              <p:cNvSpPr/>
              <p:nvPr/>
            </p:nvSpPr>
            <p:spPr>
              <a:xfrm flipH="1">
                <a:off x="594165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1"/>
              <p:cNvSpPr/>
              <p:nvPr/>
            </p:nvSpPr>
            <p:spPr>
              <a:xfrm flipH="1">
                <a:off x="594165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8" name="Google Shape;228;p11"/>
            <p:cNvGrpSpPr/>
            <p:nvPr/>
          </p:nvGrpSpPr>
          <p:grpSpPr>
            <a:xfrm>
              <a:off x="6313006" y="4099200"/>
              <a:ext cx="231600" cy="1044300"/>
              <a:chOff x="6313006" y="4099200"/>
              <a:chExt cx="231600" cy="1044300"/>
            </a:xfrm>
          </p:grpSpPr>
          <p:sp>
            <p:nvSpPr>
              <p:cNvPr id="229" name="Google Shape;229;p11"/>
              <p:cNvSpPr/>
              <p:nvPr/>
            </p:nvSpPr>
            <p:spPr>
              <a:xfrm flipH="1">
                <a:off x="631300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 flipH="1">
                <a:off x="631300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 flipH="1">
                <a:off x="631300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 flipH="1">
                <a:off x="6313006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 flipH="1">
                <a:off x="631300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4" name="Google Shape;234;p11"/>
            <p:cNvGrpSpPr/>
            <p:nvPr/>
          </p:nvGrpSpPr>
          <p:grpSpPr>
            <a:xfrm>
              <a:off x="6684361" y="4309200"/>
              <a:ext cx="231600" cy="834300"/>
              <a:chOff x="6684361" y="4309200"/>
              <a:chExt cx="231600" cy="834300"/>
            </a:xfrm>
          </p:grpSpPr>
          <p:sp>
            <p:nvSpPr>
              <p:cNvPr id="235" name="Google Shape;235;p11"/>
              <p:cNvSpPr/>
              <p:nvPr/>
            </p:nvSpPr>
            <p:spPr>
              <a:xfrm flipH="1">
                <a:off x="668436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 flipH="1">
                <a:off x="668436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 flipH="1">
                <a:off x="668436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 flipH="1">
                <a:off x="668436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9" name="Google Shape;239;p11"/>
            <p:cNvGrpSpPr/>
            <p:nvPr/>
          </p:nvGrpSpPr>
          <p:grpSpPr>
            <a:xfrm>
              <a:off x="7055715" y="4518900"/>
              <a:ext cx="231600" cy="624600"/>
              <a:chOff x="7055715" y="4518900"/>
              <a:chExt cx="231600" cy="624600"/>
            </a:xfrm>
          </p:grpSpPr>
          <p:sp>
            <p:nvSpPr>
              <p:cNvPr id="240" name="Google Shape;240;p11"/>
              <p:cNvSpPr/>
              <p:nvPr/>
            </p:nvSpPr>
            <p:spPr>
              <a:xfrm flipH="1">
                <a:off x="705571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 flipH="1">
                <a:off x="705571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 flipH="1">
                <a:off x="705571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3" name="Google Shape;243;p11"/>
            <p:cNvGrpSpPr/>
            <p:nvPr/>
          </p:nvGrpSpPr>
          <p:grpSpPr>
            <a:xfrm>
              <a:off x="7798424" y="4099200"/>
              <a:ext cx="231600" cy="1044300"/>
              <a:chOff x="7798424" y="4099200"/>
              <a:chExt cx="231600" cy="1044300"/>
            </a:xfrm>
          </p:grpSpPr>
          <p:sp>
            <p:nvSpPr>
              <p:cNvPr id="244" name="Google Shape;244;p11"/>
              <p:cNvSpPr/>
              <p:nvPr/>
            </p:nvSpPr>
            <p:spPr>
              <a:xfrm flipH="1">
                <a:off x="779842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 flipH="1">
                <a:off x="779842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" name="Google Shape;246;p11"/>
              <p:cNvSpPr/>
              <p:nvPr/>
            </p:nvSpPr>
            <p:spPr>
              <a:xfrm flipH="1">
                <a:off x="779842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11"/>
              <p:cNvSpPr/>
              <p:nvPr/>
            </p:nvSpPr>
            <p:spPr>
              <a:xfrm flipH="1">
                <a:off x="7798424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11"/>
              <p:cNvSpPr/>
              <p:nvPr/>
            </p:nvSpPr>
            <p:spPr>
              <a:xfrm flipH="1">
                <a:off x="779842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9" name="Google Shape;249;p11"/>
            <p:cNvGrpSpPr/>
            <p:nvPr/>
          </p:nvGrpSpPr>
          <p:grpSpPr>
            <a:xfrm>
              <a:off x="8169779" y="4309200"/>
              <a:ext cx="231600" cy="834300"/>
              <a:chOff x="8169779" y="4309200"/>
              <a:chExt cx="231600" cy="834300"/>
            </a:xfrm>
          </p:grpSpPr>
          <p:sp>
            <p:nvSpPr>
              <p:cNvPr id="250" name="Google Shape;250;p11"/>
              <p:cNvSpPr/>
              <p:nvPr/>
            </p:nvSpPr>
            <p:spPr>
              <a:xfrm flipH="1">
                <a:off x="81697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1"/>
              <p:cNvSpPr/>
              <p:nvPr/>
            </p:nvSpPr>
            <p:spPr>
              <a:xfrm flipH="1">
                <a:off x="8169779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" name="Google Shape;252;p11"/>
              <p:cNvSpPr/>
              <p:nvPr/>
            </p:nvSpPr>
            <p:spPr>
              <a:xfrm flipH="1">
                <a:off x="81697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" name="Google Shape;253;p11"/>
              <p:cNvSpPr/>
              <p:nvPr/>
            </p:nvSpPr>
            <p:spPr>
              <a:xfrm flipH="1">
                <a:off x="81697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4" name="Google Shape;254;p11"/>
            <p:cNvGrpSpPr/>
            <p:nvPr/>
          </p:nvGrpSpPr>
          <p:grpSpPr>
            <a:xfrm>
              <a:off x="7427070" y="4309200"/>
              <a:ext cx="231600" cy="834300"/>
              <a:chOff x="7427070" y="4309200"/>
              <a:chExt cx="231600" cy="834300"/>
            </a:xfrm>
          </p:grpSpPr>
          <p:sp>
            <p:nvSpPr>
              <p:cNvPr id="255" name="Google Shape;255;p11"/>
              <p:cNvSpPr/>
              <p:nvPr/>
            </p:nvSpPr>
            <p:spPr>
              <a:xfrm flipH="1">
                <a:off x="7427070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11"/>
              <p:cNvSpPr/>
              <p:nvPr/>
            </p:nvSpPr>
            <p:spPr>
              <a:xfrm flipH="1">
                <a:off x="7427070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1"/>
              <p:cNvSpPr/>
              <p:nvPr/>
            </p:nvSpPr>
            <p:spPr>
              <a:xfrm flipH="1">
                <a:off x="7427070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" name="Google Shape;258;p11"/>
              <p:cNvSpPr/>
              <p:nvPr/>
            </p:nvSpPr>
            <p:spPr>
              <a:xfrm flipH="1">
                <a:off x="7427070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9" name="Google Shape;259;p11"/>
            <p:cNvGrpSpPr/>
            <p:nvPr/>
          </p:nvGrpSpPr>
          <p:grpSpPr>
            <a:xfrm>
              <a:off x="8541133" y="4518900"/>
              <a:ext cx="231600" cy="624600"/>
              <a:chOff x="8541133" y="4518900"/>
              <a:chExt cx="231600" cy="624600"/>
            </a:xfrm>
          </p:grpSpPr>
          <p:sp>
            <p:nvSpPr>
              <p:cNvPr id="260" name="Google Shape;260;p11"/>
              <p:cNvSpPr/>
              <p:nvPr/>
            </p:nvSpPr>
            <p:spPr>
              <a:xfrm flipH="1">
                <a:off x="854113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" name="Google Shape;261;p11"/>
              <p:cNvSpPr/>
              <p:nvPr/>
            </p:nvSpPr>
            <p:spPr>
              <a:xfrm flipH="1">
                <a:off x="854113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11"/>
              <p:cNvSpPr/>
              <p:nvPr/>
            </p:nvSpPr>
            <p:spPr>
              <a:xfrm flipH="1">
                <a:off x="854113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3" name="Google Shape;263;p11"/>
            <p:cNvGrpSpPr/>
            <p:nvPr/>
          </p:nvGrpSpPr>
          <p:grpSpPr>
            <a:xfrm>
              <a:off x="8912488" y="4309200"/>
              <a:ext cx="231600" cy="834300"/>
              <a:chOff x="8912488" y="4309200"/>
              <a:chExt cx="231600" cy="834300"/>
            </a:xfrm>
          </p:grpSpPr>
          <p:sp>
            <p:nvSpPr>
              <p:cNvPr id="264" name="Google Shape;264;p11"/>
              <p:cNvSpPr/>
              <p:nvPr/>
            </p:nvSpPr>
            <p:spPr>
              <a:xfrm flipH="1">
                <a:off x="89124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" name="Google Shape;265;p11"/>
              <p:cNvSpPr/>
              <p:nvPr/>
            </p:nvSpPr>
            <p:spPr>
              <a:xfrm flipH="1">
                <a:off x="89124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11"/>
              <p:cNvSpPr/>
              <p:nvPr/>
            </p:nvSpPr>
            <p:spPr>
              <a:xfrm flipH="1">
                <a:off x="89124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11"/>
              <p:cNvSpPr/>
              <p:nvPr/>
            </p:nvSpPr>
            <p:spPr>
              <a:xfrm flipH="1">
                <a:off x="89124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68" name="Google Shape;268;p11"/>
          <p:cNvSpPr txBox="1"/>
          <p:nvPr>
            <p:ph hasCustomPrompt="1" type="title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9" name="Google Shape;269;p11"/>
          <p:cNvSpPr txBox="1"/>
          <p:nvPr>
            <p:ph idx="1" type="body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0" name="Google Shape;270;p1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omentu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●"/>
              <a:defRPr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ClearMind</a:t>
            </a:r>
            <a:endParaRPr/>
          </a:p>
        </p:txBody>
      </p:sp>
      <p:sp>
        <p:nvSpPr>
          <p:cNvPr id="278" name="Google Shape;278;p13"/>
          <p:cNvSpPr txBox="1"/>
          <p:nvPr>
            <p:ph idx="1" type="subTitle"/>
          </p:nvPr>
        </p:nvSpPr>
        <p:spPr>
          <a:xfrm>
            <a:off x="231600" y="2673875"/>
            <a:ext cx="8520600" cy="139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/>
              <a:t>ISTE 240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/>
              <a:t>Ahmed Ali Hassan </a:t>
            </a:r>
            <a:r>
              <a:rPr b="1" lang="en-GB" u="sng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754006829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/>
              <a:t>Ziad Abdelrahman </a:t>
            </a:r>
            <a:r>
              <a:rPr b="1" lang="en-GB" u="sng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764002985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/>
              <a:t>Shahid Bora </a:t>
            </a:r>
            <a:r>
              <a:rPr b="1" lang="en-GB" u="sng">
                <a:solidFill>
                  <a:srgbClr val="161513"/>
                </a:solidFill>
                <a:latin typeface="Arial"/>
                <a:ea typeface="Arial"/>
                <a:cs typeface="Arial"/>
                <a:sym typeface="Arial"/>
              </a:rPr>
              <a:t>415004364</a:t>
            </a:r>
            <a:endParaRPr b="1" sz="2000" u="sng">
              <a:solidFill>
                <a:srgbClr val="161513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"/>
          <p:cNvSpPr txBox="1"/>
          <p:nvPr>
            <p:ph type="title"/>
          </p:nvPr>
        </p:nvSpPr>
        <p:spPr>
          <a:xfrm>
            <a:off x="1341525" y="461500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3220"/>
              <a:t>Main Idea </a:t>
            </a:r>
            <a:endParaRPr sz="3220"/>
          </a:p>
        </p:txBody>
      </p:sp>
      <p:sp>
        <p:nvSpPr>
          <p:cNvPr id="284" name="Google Shape;284;p14"/>
          <p:cNvSpPr txBox="1"/>
          <p:nvPr>
            <p:ph idx="1" type="body"/>
          </p:nvPr>
        </p:nvSpPr>
        <p:spPr>
          <a:xfrm>
            <a:off x="512090" y="1475486"/>
            <a:ext cx="4114500" cy="16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-35194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2100"/>
              <a:t>Web based platform focused on student mental well-being tips and resources.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100"/>
          </a:p>
        </p:txBody>
      </p:sp>
      <p:pic>
        <p:nvPicPr>
          <p:cNvPr id="285" name="Google Shape;28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97750" y="756295"/>
            <a:ext cx="2286824" cy="1815454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14"/>
          <p:cNvSpPr txBox="1"/>
          <p:nvPr>
            <p:ph idx="1" type="body"/>
          </p:nvPr>
        </p:nvSpPr>
        <p:spPr>
          <a:xfrm>
            <a:off x="42187" y="2636263"/>
            <a:ext cx="4394400" cy="16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9144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GB" sz="1900"/>
              <a:t>Provides practical mental health tips and awareness content.</a:t>
            </a:r>
            <a:endParaRPr sz="1900"/>
          </a:p>
        </p:txBody>
      </p:sp>
      <p:pic>
        <p:nvPicPr>
          <p:cNvPr id="287" name="Google Shape;287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7750" y="2991750"/>
            <a:ext cx="2286825" cy="1521775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14"/>
          <p:cNvSpPr txBox="1"/>
          <p:nvPr>
            <p:ph idx="1" type="body"/>
          </p:nvPr>
        </p:nvSpPr>
        <p:spPr>
          <a:xfrm>
            <a:off x="31650" y="3748400"/>
            <a:ext cx="4331100" cy="16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9144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GB" sz="1900"/>
              <a:t>Target users: College students or anyone suffering from mental health issues.</a:t>
            </a:r>
            <a:endParaRPr sz="19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5"/>
          <p:cNvSpPr txBox="1"/>
          <p:nvPr>
            <p:ph type="title"/>
          </p:nvPr>
        </p:nvSpPr>
        <p:spPr>
          <a:xfrm>
            <a:off x="1303800" y="45092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3220"/>
              <a:t>Scope</a:t>
            </a:r>
            <a:endParaRPr sz="3220"/>
          </a:p>
        </p:txBody>
      </p:sp>
      <p:sp>
        <p:nvSpPr>
          <p:cNvPr id="294" name="Google Shape;294;p15"/>
          <p:cNvSpPr txBox="1"/>
          <p:nvPr>
            <p:ph idx="1" type="body"/>
          </p:nvPr>
        </p:nvSpPr>
        <p:spPr>
          <a:xfrm>
            <a:off x="311700" y="1416472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Mental health tips for stress, anxiety, and academic </a:t>
            </a:r>
            <a:r>
              <a:rPr lang="en-GB" sz="2100"/>
              <a:t>pressure</a:t>
            </a:r>
            <a:r>
              <a:rPr lang="en-GB" sz="2100"/>
              <a:t>.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Includes list of professional and emergency resources.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Responsive and accessible design.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Excludes diagnosis, therapy, and </a:t>
            </a:r>
            <a:r>
              <a:rPr lang="en-GB" sz="2100"/>
              <a:t>emergency</a:t>
            </a:r>
            <a:r>
              <a:rPr lang="en-GB" sz="2100"/>
              <a:t> intervention.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Anonymous community board for sharing experiences and </a:t>
            </a:r>
            <a:r>
              <a:rPr lang="en-GB" sz="2100"/>
              <a:t>receiving</a:t>
            </a:r>
            <a:r>
              <a:rPr lang="en-GB" sz="2100"/>
              <a:t> support</a:t>
            </a:r>
            <a:endParaRPr sz="2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6"/>
          <p:cNvSpPr txBox="1"/>
          <p:nvPr>
            <p:ph type="title"/>
          </p:nvPr>
        </p:nvSpPr>
        <p:spPr>
          <a:xfrm>
            <a:off x="1303800" y="482568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3220"/>
              <a:t>Technical details</a:t>
            </a:r>
            <a:endParaRPr sz="3220"/>
          </a:p>
        </p:txBody>
      </p:sp>
      <p:sp>
        <p:nvSpPr>
          <p:cNvPr id="300" name="Google Shape;300;p16"/>
          <p:cNvSpPr txBox="1"/>
          <p:nvPr>
            <p:ph idx="1" type="body"/>
          </p:nvPr>
        </p:nvSpPr>
        <p:spPr>
          <a:xfrm>
            <a:off x="259675" y="1300950"/>
            <a:ext cx="43122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/>
              <a:t>Programming languages used:</a:t>
            </a:r>
            <a:endParaRPr sz="1600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-GB" sz="1600"/>
              <a:t>-Front end: HTML,CSS, Javascript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GB" sz="1600"/>
              <a:t>-Back end: Java, MySQL/MariaDB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GB" sz="1600"/>
              <a:t>Intellij Idea and Github are the main two programs to be used</a:t>
            </a:r>
            <a:endParaRPr sz="16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301" name="Google Shape;301;p16"/>
          <p:cNvSpPr txBox="1"/>
          <p:nvPr/>
        </p:nvSpPr>
        <p:spPr>
          <a:xfrm>
            <a:off x="4436650" y="1300950"/>
            <a:ext cx="4707300" cy="31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Features to implement:</a:t>
            </a:r>
            <a:endParaRPr sz="16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unito"/>
              <a:buChar char="●"/>
            </a:pPr>
            <a:r>
              <a:rPr lang="en-GB" sz="16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Educational content about the psyche ( Includes articles, infographics, video recommendations) on common subjects (stress, anxiety, sleep, mindfulness) is available to the public.</a:t>
            </a:r>
            <a:endParaRPr sz="16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unito"/>
              <a:buChar char="●"/>
            </a:pPr>
            <a:r>
              <a:rPr lang="en-GB" sz="16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Journal entry system where users can log their daily reflections either through form or private entries.</a:t>
            </a:r>
            <a:endParaRPr sz="16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unito"/>
              <a:buChar char="●"/>
            </a:pPr>
            <a:r>
              <a:rPr lang="en-GB" sz="16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An anonymous forum page where users can ask questions and other users can respond and share their thoughts.</a:t>
            </a:r>
            <a:endParaRPr sz="16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7"/>
          <p:cNvSpPr txBox="1"/>
          <p:nvPr>
            <p:ph type="title"/>
          </p:nvPr>
        </p:nvSpPr>
        <p:spPr>
          <a:xfrm>
            <a:off x="1303800" y="45092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User / interaction scenario</a:t>
            </a:r>
            <a:endParaRPr/>
          </a:p>
        </p:txBody>
      </p:sp>
      <p:sp>
        <p:nvSpPr>
          <p:cNvPr id="307" name="Google Shape;307;p17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/>
              <a:t>Feeling overwhelmed, a student finds MindSpace. The student uses the self assessment tools provided, to find that results show that they are under a significant amount of stress. The tool instantly suggests breathing exercises to calm down. The student then explores the site further and finds more articles to help cope with stress.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