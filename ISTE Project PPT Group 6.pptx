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Nunito"/>
      <p:regular r:id="rId12"/>
      <p:bold r:id="rId13"/>
      <p:italic r:id="rId14"/>
      <p:boldItalic r:id="rId15"/>
    </p:embeddedFont>
    <p:embeddedFont>
      <p:font typeface="Maven Pro"/>
      <p:regular r:id="rId16"/>
      <p:bold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Nunito-bold.fntdata"/><Relationship Id="rId12" Type="http://schemas.openxmlformats.org/officeDocument/2006/relationships/font" Target="fonts/Nunito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Nunito-boldItalic.fntdata"/><Relationship Id="rId14" Type="http://schemas.openxmlformats.org/officeDocument/2006/relationships/font" Target="fonts/Nunito-italic.fntdata"/><Relationship Id="rId17" Type="http://schemas.openxmlformats.org/officeDocument/2006/relationships/font" Target="fonts/MavenPro-bold.fntdata"/><Relationship Id="rId16" Type="http://schemas.openxmlformats.org/officeDocument/2006/relationships/font" Target="fonts/MavenPro-regular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8dccbd003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8dccbd003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3868c456c3d_4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3868c456c3d_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868c456c3d_4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3868c456c3d_4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c44a97c0a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c44a97c0a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c8e428d546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c8e428d546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703287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ClearMind</a:t>
            </a:r>
            <a:endParaRPr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147015" y="3584381"/>
            <a:ext cx="3496200" cy="13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Ahmed Ali Hassan</a:t>
            </a:r>
            <a:endParaRPr sz="2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754006829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 u="sng">
              <a:solidFill>
                <a:srgbClr val="16151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3"/>
          <p:cNvSpPr txBox="1"/>
          <p:nvPr>
            <p:ph idx="1" type="subTitle"/>
          </p:nvPr>
        </p:nvSpPr>
        <p:spPr>
          <a:xfrm>
            <a:off x="2866331" y="3598700"/>
            <a:ext cx="3496200" cy="13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Ziad Abdelrahman</a:t>
            </a:r>
            <a:endParaRPr sz="2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764002985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 u="sng">
              <a:solidFill>
                <a:srgbClr val="16151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3"/>
          <p:cNvSpPr txBox="1"/>
          <p:nvPr>
            <p:ph idx="1" type="subTitle"/>
          </p:nvPr>
        </p:nvSpPr>
        <p:spPr>
          <a:xfrm>
            <a:off x="5285350" y="3356425"/>
            <a:ext cx="3496200" cy="13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Shahid Bora </a:t>
            </a:r>
            <a:endParaRPr sz="2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u="sng">
                <a:solidFill>
                  <a:srgbClr val="161513"/>
                </a:solidFill>
                <a:latin typeface="Arial"/>
                <a:ea typeface="Arial"/>
                <a:cs typeface="Arial"/>
                <a:sym typeface="Arial"/>
              </a:rPr>
              <a:t>415004364</a:t>
            </a:r>
            <a:endParaRPr b="1" sz="2000" u="sng">
              <a:solidFill>
                <a:srgbClr val="16151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3"/>
          <p:cNvSpPr txBox="1"/>
          <p:nvPr>
            <p:ph type="ctrTitle"/>
          </p:nvPr>
        </p:nvSpPr>
        <p:spPr>
          <a:xfrm>
            <a:off x="6613925" y="1101262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300"/>
              <a:t>ISTE 240</a:t>
            </a:r>
            <a:endParaRPr sz="2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4"/>
          <p:cNvSpPr txBox="1"/>
          <p:nvPr>
            <p:ph type="title"/>
          </p:nvPr>
        </p:nvSpPr>
        <p:spPr>
          <a:xfrm>
            <a:off x="1341525" y="461500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Main Idea </a:t>
            </a:r>
            <a:endParaRPr sz="3220"/>
          </a:p>
        </p:txBody>
      </p:sp>
      <p:sp>
        <p:nvSpPr>
          <p:cNvPr id="287" name="Google Shape;287;p14"/>
          <p:cNvSpPr txBox="1"/>
          <p:nvPr>
            <p:ph idx="1" type="body"/>
          </p:nvPr>
        </p:nvSpPr>
        <p:spPr>
          <a:xfrm>
            <a:off x="512090" y="1475486"/>
            <a:ext cx="4114500" cy="16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/>
          </a:bodyPr>
          <a:lstStyle/>
          <a:p>
            <a:pPr indent="-351948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-GB" sz="2100"/>
              <a:t>Web based platform focused on student mental well-being tips and resources.</a:t>
            </a:r>
            <a:endParaRPr sz="2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2100"/>
          </a:p>
        </p:txBody>
      </p:sp>
      <p:pic>
        <p:nvPicPr>
          <p:cNvPr id="288" name="Google Shape;28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97750" y="756295"/>
            <a:ext cx="2286824" cy="1815454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4"/>
          <p:cNvSpPr txBox="1"/>
          <p:nvPr>
            <p:ph idx="1" type="body"/>
          </p:nvPr>
        </p:nvSpPr>
        <p:spPr>
          <a:xfrm>
            <a:off x="42187" y="2636263"/>
            <a:ext cx="4394400" cy="16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9144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/>
              <a:t>Provides practical mental health tips and awareness content.</a:t>
            </a:r>
            <a:endParaRPr sz="1900"/>
          </a:p>
        </p:txBody>
      </p:sp>
      <p:pic>
        <p:nvPicPr>
          <p:cNvPr id="290" name="Google Shape;290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7750" y="2991750"/>
            <a:ext cx="2286825" cy="152177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4"/>
          <p:cNvSpPr txBox="1"/>
          <p:nvPr>
            <p:ph idx="1" type="body"/>
          </p:nvPr>
        </p:nvSpPr>
        <p:spPr>
          <a:xfrm>
            <a:off x="31650" y="3748400"/>
            <a:ext cx="4331100" cy="16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9144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-GB" sz="1900"/>
              <a:t>Target users: College students or anyone suffering from mental health issues.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5"/>
          <p:cNvSpPr txBox="1"/>
          <p:nvPr>
            <p:ph type="title"/>
          </p:nvPr>
        </p:nvSpPr>
        <p:spPr>
          <a:xfrm>
            <a:off x="6098591" y="1206462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 u="sng"/>
              <a:t>Scope</a:t>
            </a:r>
            <a:endParaRPr sz="3220" u="sng"/>
          </a:p>
        </p:txBody>
      </p:sp>
      <p:sp>
        <p:nvSpPr>
          <p:cNvPr id="297" name="Google Shape;297;p15"/>
          <p:cNvSpPr txBox="1"/>
          <p:nvPr>
            <p:ph idx="1" type="body"/>
          </p:nvPr>
        </p:nvSpPr>
        <p:spPr>
          <a:xfrm>
            <a:off x="311700" y="1416475"/>
            <a:ext cx="5026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Mental health tips for stress, anxiety, and academic </a:t>
            </a:r>
            <a:r>
              <a:rPr lang="en-GB" sz="2100"/>
              <a:t>pressure</a:t>
            </a:r>
            <a:r>
              <a:rPr lang="en-GB" sz="2100"/>
              <a:t>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Includes list of professional and emergency resources.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Responsive and accessible design.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Excludes diagnosis, therapy, and </a:t>
            </a:r>
            <a:r>
              <a:rPr lang="en-GB" sz="2100"/>
              <a:t>emergency</a:t>
            </a:r>
            <a:r>
              <a:rPr lang="en-GB" sz="2100"/>
              <a:t> intervention.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Anonymous community board for sharing experiences and </a:t>
            </a:r>
            <a:r>
              <a:rPr lang="en-GB" sz="2100"/>
              <a:t>receiving</a:t>
            </a:r>
            <a:r>
              <a:rPr lang="en-GB" sz="2100"/>
              <a:t> support</a:t>
            </a:r>
            <a:endParaRPr sz="2100"/>
          </a:p>
        </p:txBody>
      </p:sp>
      <p:pic>
        <p:nvPicPr>
          <p:cNvPr id="298" name="Google Shape;29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7375" y="2268800"/>
            <a:ext cx="3772050" cy="188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6"/>
          <p:cNvSpPr txBox="1"/>
          <p:nvPr>
            <p:ph type="title"/>
          </p:nvPr>
        </p:nvSpPr>
        <p:spPr>
          <a:xfrm>
            <a:off x="1303800" y="482568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Technical details</a:t>
            </a:r>
            <a:endParaRPr sz="3220"/>
          </a:p>
        </p:txBody>
      </p:sp>
      <p:sp>
        <p:nvSpPr>
          <p:cNvPr id="304" name="Google Shape;304;p16"/>
          <p:cNvSpPr txBox="1"/>
          <p:nvPr>
            <p:ph idx="1" type="body"/>
          </p:nvPr>
        </p:nvSpPr>
        <p:spPr>
          <a:xfrm>
            <a:off x="124450" y="1936289"/>
            <a:ext cx="43122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/>
              <a:t>Programming languages used:</a:t>
            </a:r>
            <a:endParaRPr sz="1600"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-GB" sz="1600"/>
              <a:t>-Front end: HTML,CSS, Javascript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GB" sz="1600"/>
              <a:t>-Back end: Java, MySQL/MariaDB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GB" sz="1600"/>
              <a:t>Intellij Idea and Github are the main two programs to be used</a:t>
            </a:r>
            <a:endParaRPr sz="16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sp>
        <p:nvSpPr>
          <p:cNvPr id="305" name="Google Shape;305;p16"/>
          <p:cNvSpPr txBox="1"/>
          <p:nvPr/>
        </p:nvSpPr>
        <p:spPr>
          <a:xfrm>
            <a:off x="4436650" y="1300950"/>
            <a:ext cx="4707300" cy="3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Features to implement: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unito"/>
              <a:buChar char="●"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Educational content about the psyche ( Includes articles, infographics, video recommendations) on common subjects (stress, anxiety, sleep, mindfulness) is available to the public.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unito"/>
              <a:buChar char="●"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Journal entry system where users can log their daily reflections either through form or private entries.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Nunito"/>
              <a:buChar char="●"/>
            </a:pPr>
            <a:r>
              <a:rPr lang="en-GB" sz="16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rPr>
              <a:t>An anonymous forum page where users can ask questions and other users can respond and share their thoughts.</a:t>
            </a:r>
            <a:endParaRPr sz="1600">
              <a:solidFill>
                <a:schemeClr val="dk2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7"/>
          <p:cNvSpPr txBox="1"/>
          <p:nvPr>
            <p:ph type="title"/>
          </p:nvPr>
        </p:nvSpPr>
        <p:spPr>
          <a:xfrm>
            <a:off x="1303800" y="45092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User / Interaction scenario</a:t>
            </a:r>
            <a:endParaRPr/>
          </a:p>
        </p:txBody>
      </p:sp>
      <p:sp>
        <p:nvSpPr>
          <p:cNvPr id="311" name="Google Shape;311;p17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600"/>
              <a:t>Feeling overwhelmed, a student finds MindSpace. The student uses the self assessment tools provided, to find that results show that they are under a significant amount of stress. The tool instantly suggests breathing exercises to calm down. The student then explores the site further and finds more articles to help cope with stress.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65182" y="864250"/>
            <a:ext cx="7086649" cy="428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