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Nunito"/>
      <p:regular r:id="rId11"/>
      <p:bold r:id="rId12"/>
      <p:italic r:id="rId13"/>
      <p:boldItalic r:id="rId14"/>
    </p:embeddedFont>
    <p:embeddedFont>
      <p:font typeface="Maven Pro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regular.fntdata"/><Relationship Id="rId10" Type="http://schemas.openxmlformats.org/officeDocument/2006/relationships/slide" Target="slides/slide5.xml"/><Relationship Id="rId13" Type="http://schemas.openxmlformats.org/officeDocument/2006/relationships/font" Target="fonts/Nunito-italic.fntdata"/><Relationship Id="rId12" Type="http://schemas.openxmlformats.org/officeDocument/2006/relationships/font" Target="fonts/Nuni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venPro-regular.fntdata"/><Relationship Id="rId14" Type="http://schemas.openxmlformats.org/officeDocument/2006/relationships/font" Target="fonts/Nunito-boldItalic.fntdata"/><Relationship Id="rId16" Type="http://schemas.openxmlformats.org/officeDocument/2006/relationships/font" Target="fonts/Maven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868c456c3d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868c456c3d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868c456c3d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868c456c3d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868c456c3d_4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868c456c3d_4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c44a97c0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c44a97c0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ClearMind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231600" y="2673875"/>
            <a:ext cx="8520600" cy="13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ISTE 240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Ahmed Ali Hassan </a:t>
            </a:r>
            <a:r>
              <a:rPr b="1" lang="en-GB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754006829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Ziad Abdelrahman </a:t>
            </a:r>
            <a:r>
              <a:rPr b="1" lang="en-GB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764002985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Shahid Bora </a:t>
            </a:r>
            <a:r>
              <a:rPr b="1" lang="en-GB" u="sng">
                <a:solidFill>
                  <a:srgbClr val="161513"/>
                </a:solidFill>
                <a:latin typeface="Arial"/>
                <a:ea typeface="Arial"/>
                <a:cs typeface="Arial"/>
                <a:sym typeface="Arial"/>
              </a:rPr>
              <a:t>415004364</a:t>
            </a:r>
            <a:endParaRPr b="1" sz="2000" u="sng">
              <a:solidFill>
                <a:srgbClr val="16151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20"/>
              <a:t>Main Idea </a:t>
            </a:r>
            <a:endParaRPr sz="3220"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311700" y="1201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-GB" sz="2100"/>
              <a:t>Web based platform focused on student mental well-being tips and resources.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-GB" sz="2100"/>
              <a:t>Provides practical mental health tips and awareness content.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-GB" sz="2100"/>
              <a:t>Offers access to trusted support </a:t>
            </a:r>
            <a:r>
              <a:rPr lang="en-GB" sz="2100"/>
              <a:t>resources</a:t>
            </a:r>
            <a:r>
              <a:rPr lang="en-GB" sz="2100"/>
              <a:t>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-GB" sz="2100"/>
              <a:t>Target users: College students or anyone suffering from mental health issues.</a:t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20"/>
              <a:t>Scope</a:t>
            </a:r>
            <a:endParaRPr sz="3220"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311700" y="124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-GB" sz="2100"/>
              <a:t>Mental health tips for stress, anxiety, and academic </a:t>
            </a:r>
            <a:r>
              <a:rPr lang="en-GB" sz="2100"/>
              <a:t>pressure</a:t>
            </a:r>
            <a:r>
              <a:rPr lang="en-GB" sz="2100"/>
              <a:t>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-GB" sz="2100"/>
              <a:t>Includes list of professional and emergency resources.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-GB" sz="2100"/>
              <a:t>Responsive and accessible design.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-GB" sz="2100"/>
              <a:t>Excludes diagnosis, therapy, and </a:t>
            </a:r>
            <a:r>
              <a:rPr lang="en-GB" sz="2100"/>
              <a:t>emergency</a:t>
            </a:r>
            <a:r>
              <a:rPr lang="en-GB" sz="2100"/>
              <a:t> intervention.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-GB" sz="2100"/>
              <a:t>Anonymous community board for sharing experiences and </a:t>
            </a:r>
            <a:r>
              <a:rPr lang="en-GB" sz="2100"/>
              <a:t>receiving</a:t>
            </a:r>
            <a:r>
              <a:rPr lang="en-GB" sz="2100"/>
              <a:t> support</a:t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20"/>
              <a:t>Technical details</a:t>
            </a:r>
            <a:endParaRPr sz="3220"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1303800" y="13009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Programming languages used: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-Front end: HTML,CSS, Javascript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-Back end: Java, MySQL/MariaDB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Intellij Idea and Github are the main two programs to be used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Features to implement: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News hub which displays various articles regarding mental health and treatment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/>
              <a:t>Links to mental health foundations and experts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User / interaction scenario</a:t>
            </a:r>
            <a:endParaRPr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Feeling overwhelmed, a student finds MindSpace. The student uses the self assessment tools provided, to find that results show that they are under a significant amount of stress. The tool instantly suggests breathing exercises to calm down. The student then explores the site further and finds more articles to help cope with stress.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